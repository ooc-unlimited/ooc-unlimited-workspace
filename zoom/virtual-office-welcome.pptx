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photo_2025-12-02_19-49-4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